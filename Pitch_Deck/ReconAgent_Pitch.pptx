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657600"/>
            <a:ext cx="3840480" cy="3840480"/>
          </a:xfrm>
          <a:prstGeom prst="ellipse">
            <a:avLst/>
          </a:prstGeom>
          <a:solidFill>
            <a:srgbClr val="222E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  ·  TRACK 04 — AI FINANCE CONTROLLER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ReconAgent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Controller — Explainable Reconciliation.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autonomous money movement.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457200" cy="45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029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C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Razorpay settlement batch and a merchant ledger. Get the truth.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 ·  Rule-based Matching Engine  ·  Gemini AI Copilot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still eats finance teams alive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spend hours eyeballing settlement batches against ledgers, line by 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17373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731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tools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automation either auto-books mismatches silently, or gives no reason for its decisions.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57616" y="173736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77656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7765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77656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vs. speed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77656" y="329184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need fast reconciliation — but never at the cost of an AI silently moving money.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matching engine, two clean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Orders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042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 / orders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73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Ledger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844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ledger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2606040"/>
            <a:ext cx="640080" cy="45720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0" y="2148840"/>
            <a:ext cx="2377440" cy="18288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40480" y="2148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· explainable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331720"/>
            <a:ext cx="594360" cy="411480"/>
          </a:xfrm>
          <a:prstGeom prst="rightArrow">
            <a:avLst/>
          </a:prstGeom>
          <a:solidFill>
            <a:srgbClr val="1FA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3520440"/>
            <a:ext cx="594360" cy="411480"/>
          </a:xfrm>
          <a:prstGeom prst="rightArrow">
            <a:avLst/>
          </a:prstGeom>
          <a:solidFill>
            <a:srgbClr val="D98C1B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6600" y="19202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1FA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Auto-Resolved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3225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receipt + amount + 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32004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D98C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3273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Human Review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6027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/ unmatched → exception queue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4160520"/>
            <a:ext cx="457200" cy="457200"/>
          </a:xfrm>
          <a:prstGeom prst="downArrow">
            <a:avLst/>
          </a:prstGeom>
          <a:solidFill>
            <a:srgbClr val="5B6389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4640" y="4754880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 w="12700">
            <a:solidFill>
              <a:srgbClr val="E3E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47548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Metrics Dashboard  →  🤖 AI Copilot explains every decision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trusted, not just automated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8424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matches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gets a plain-language explanation and a confidence score.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98424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20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forces a match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860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items stay visible in the review queue — nothing is hidden.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6118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478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136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exact-match rate, exception count, match-quality radar chart.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410712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6118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5478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Q&amp;A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9136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natural-language questions like "why was recon-demo-007 escalated?"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38344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951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239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75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&amp; date mismatch detection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4126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settlement-date offsets and missing ledger entries automatically.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5038344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523951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4808" y="5239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517550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Test API modes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54126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labelled synthetic data, or real Razorpay Test Mode orders.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222E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guardrails — by design, not by promise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26378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money movement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never edits the ledger, creates payments, or issues refunds.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74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263785"/>
          </a:solidFill>
          <a:ln/>
        </p:spPr>
      </p:sp>
      <p:sp>
        <p:nvSpPr>
          <p:cNvPr id="11" name="Shape 9"/>
          <p:cNvSpPr/>
          <p:nvPr/>
        </p:nvSpPr>
        <p:spPr>
          <a:xfrm>
            <a:off x="3703320" y="21488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03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100%-confidence exact matches auto-resolve — everything else needs sign-off.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263785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21488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a black box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 rule-based reason + confidence score, fully auditable.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26880" y="1874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26378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55480" y="214884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55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read-only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429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Copilot explains decisions and policy — it cannot trigger actions.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stay server-side  ·  Demo data is labelled &amp; synthetic  ·  Human approval required before any production change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rules &amp; demo modes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1FA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151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+ amount + date all match → auto-resolved, 100% confidence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D98C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667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amount tolerance / 1-day window → explained, sent to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64592" cy="868680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183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candidate → stays in the exception queue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0" cy="4206240"/>
          </a:xfrm>
          <a:prstGeom prst="line">
            <a:avLst/>
          </a:prstGeom>
          <a:noFill/>
          <a:ln w="12700">
            <a:solidFill>
              <a:srgbClr val="E3E7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vs Razorpay Test API mode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2860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743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synthetic batch + synthetic ledger — pitch/demo without exposing merchant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0" y="397764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Test API mode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434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fetched server-side from your Razorpay Test credentials — verifies the real integration.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Full-stack, keys stay server-side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7452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TypeScript · Recharts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743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 for reconciliation runs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data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611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Orders API (Test Mode)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48056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— Gemini API for NL explanations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3492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core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34924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fully explainable engine — no black-box ML on the money path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78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ledger CSV upload + schema validation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reconciliation runs + audit history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6265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eval report (precision, recall, false-match cost)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2958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review/approval workflow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0965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forecast + settlement Q&amp;A via Copilot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2637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423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recon engine, dashboard and AI Copilot are working end-to-end on demo data. Test-mode Razorpay integration is wired up. Polish and the eval report are in progress ahead of submission.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2026-09-04T17:52:49Z</dcterms:created>
  <dcterms:modified xsi:type="dcterms:W3CDTF">2026-09-04T17:52:49Z</dcterms:modified>
</cp:coreProperties>
</file>